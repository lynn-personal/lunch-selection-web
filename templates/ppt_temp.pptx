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88" r:id="rId3"/>
    <p:sldId id="292" r:id="rId4"/>
    <p:sldId id="293" r:id="rId5"/>
    <p:sldId id="290" r:id="rId6"/>
    <p:sldId id="291" r:id="rId7"/>
    <p:sldId id="29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56576"/>
    <a:srgbClr val="ED8C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95C649-7CBA-457E-8B5B-BD51BD545B98}" v="1" dt="2025-09-16T08:29:44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05" autoAdjust="0"/>
    <p:restoredTop sz="92095" autoAdjust="0"/>
  </p:normalViewPr>
  <p:slideViewPr>
    <p:cSldViewPr snapToGrid="0">
      <p:cViewPr varScale="1">
        <p:scale>
          <a:sx n="138" d="100"/>
          <a:sy n="138" d="100"/>
        </p:scale>
        <p:origin x="64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 Zhang" userId="57ca7b57-b3d2-4971-a225-54c6ce8817fe" providerId="ADAL" clId="{F37F9FBE-345C-4188-A614-613EDB8014E7}"/>
    <pc:docChg chg="modSld">
      <pc:chgData name="Lynn Zhang" userId="57ca7b57-b3d2-4971-a225-54c6ce8817fe" providerId="ADAL" clId="{F37F9FBE-345C-4188-A614-613EDB8014E7}" dt="2025-08-24T02:27:59.412" v="81" actId="108"/>
      <pc:docMkLst>
        <pc:docMk/>
      </pc:docMkLst>
      <pc:sldChg chg="modSp mod">
        <pc:chgData name="Lynn Zhang" userId="57ca7b57-b3d2-4971-a225-54c6ce8817fe" providerId="ADAL" clId="{F37F9FBE-345C-4188-A614-613EDB8014E7}" dt="2025-08-24T02:26:27.021" v="73" actId="20577"/>
        <pc:sldMkLst>
          <pc:docMk/>
          <pc:sldMk cId="1480520150" sldId="290"/>
        </pc:sldMkLst>
        <pc:spChg chg="mod">
          <ac:chgData name="Lynn Zhang" userId="57ca7b57-b3d2-4971-a225-54c6ce8817fe" providerId="ADAL" clId="{F37F9FBE-345C-4188-A614-613EDB8014E7}" dt="2025-08-24T02:21:02.957" v="25" actId="20577"/>
          <ac:spMkLst>
            <pc:docMk/>
            <pc:sldMk cId="1480520150" sldId="290"/>
            <ac:spMk id="5" creationId="{4F1B518D-C442-9DDB-FDD8-AC2F224E4606}"/>
          </ac:spMkLst>
        </pc:spChg>
        <pc:spChg chg="mod">
          <ac:chgData name="Lynn Zhang" userId="57ca7b57-b3d2-4971-a225-54c6ce8817fe" providerId="ADAL" clId="{F37F9FBE-345C-4188-A614-613EDB8014E7}" dt="2025-08-24T02:26:27.021" v="73" actId="20577"/>
          <ac:spMkLst>
            <pc:docMk/>
            <pc:sldMk cId="1480520150" sldId="290"/>
            <ac:spMk id="14" creationId="{848DD596-EB19-51A8-8B57-25C2D8157F5A}"/>
          </ac:spMkLst>
        </pc:spChg>
        <pc:graphicFrameChg chg="mod modGraphic">
          <ac:chgData name="Lynn Zhang" userId="57ca7b57-b3d2-4971-a225-54c6ce8817fe" providerId="ADAL" clId="{F37F9FBE-345C-4188-A614-613EDB8014E7}" dt="2025-08-24T02:26:24.700" v="71" actId="108"/>
          <ac:graphicFrameMkLst>
            <pc:docMk/>
            <pc:sldMk cId="1480520150" sldId="290"/>
            <ac:graphicFrameMk id="12" creationId="{C1F66565-C28C-F674-ABC5-108138991B10}"/>
          </ac:graphicFrameMkLst>
        </pc:graphicFrameChg>
      </pc:sldChg>
      <pc:sldChg chg="modSp mod">
        <pc:chgData name="Lynn Zhang" userId="57ca7b57-b3d2-4971-a225-54c6ce8817fe" providerId="ADAL" clId="{F37F9FBE-345C-4188-A614-613EDB8014E7}" dt="2025-08-24T02:27:56.390" v="80"/>
        <pc:sldMkLst>
          <pc:docMk/>
          <pc:sldMk cId="3489116192" sldId="291"/>
        </pc:sldMkLst>
        <pc:spChg chg="mod">
          <ac:chgData name="Lynn Zhang" userId="57ca7b57-b3d2-4971-a225-54c6ce8817fe" providerId="ADAL" clId="{F37F9FBE-345C-4188-A614-613EDB8014E7}" dt="2025-08-24T02:27:21.078" v="78" actId="20577"/>
          <ac:spMkLst>
            <pc:docMk/>
            <pc:sldMk cId="3489116192" sldId="291"/>
            <ac:spMk id="14" creationId="{E23A3712-1568-BEC5-2F4B-65ECBCB5FD12}"/>
          </ac:spMkLst>
        </pc:spChg>
        <pc:spChg chg="mod">
          <ac:chgData name="Lynn Zhang" userId="57ca7b57-b3d2-4971-a225-54c6ce8817fe" providerId="ADAL" clId="{F37F9FBE-345C-4188-A614-613EDB8014E7}" dt="2025-08-24T02:21:08.790" v="30" actId="20577"/>
          <ac:spMkLst>
            <pc:docMk/>
            <pc:sldMk cId="3489116192" sldId="291"/>
            <ac:spMk id="15" creationId="{661302F1-68AE-3D48-3155-C8C7A5F3866F}"/>
          </ac:spMkLst>
        </pc:spChg>
        <pc:graphicFrameChg chg="mod modGraphic">
          <ac:chgData name="Lynn Zhang" userId="57ca7b57-b3d2-4971-a225-54c6ce8817fe" providerId="ADAL" clId="{F37F9FBE-345C-4188-A614-613EDB8014E7}" dt="2025-08-24T02:27:56.390" v="80"/>
          <ac:graphicFrameMkLst>
            <pc:docMk/>
            <pc:sldMk cId="3489116192" sldId="291"/>
            <ac:graphicFrameMk id="4" creationId="{90D6749B-1D2D-861C-CA54-1AB3D26A7490}"/>
          </ac:graphicFrameMkLst>
        </pc:graphicFrameChg>
      </pc:sldChg>
      <pc:sldChg chg="modSp mod">
        <pc:chgData name="Lynn Zhang" userId="57ca7b57-b3d2-4971-a225-54c6ce8817fe" providerId="ADAL" clId="{F37F9FBE-345C-4188-A614-613EDB8014E7}" dt="2025-08-24T02:25:46.054" v="67"/>
        <pc:sldMkLst>
          <pc:docMk/>
          <pc:sldMk cId="1338935527" sldId="292"/>
        </pc:sldMkLst>
        <pc:spChg chg="mod">
          <ac:chgData name="Lynn Zhang" userId="57ca7b57-b3d2-4971-a225-54c6ce8817fe" providerId="ADAL" clId="{F37F9FBE-345C-4188-A614-613EDB8014E7}" dt="2025-08-24T02:19:54.763" v="2" actId="20577"/>
          <ac:spMkLst>
            <pc:docMk/>
            <pc:sldMk cId="1338935527" sldId="292"/>
            <ac:spMk id="12" creationId="{C37B56DD-98A4-E678-2943-2904F34AC6F8}"/>
          </ac:spMkLst>
        </pc:spChg>
        <pc:spChg chg="mod">
          <ac:chgData name="Lynn Zhang" userId="57ca7b57-b3d2-4971-a225-54c6ce8817fe" providerId="ADAL" clId="{F37F9FBE-345C-4188-A614-613EDB8014E7}" dt="2025-08-24T02:25:01.101" v="63" actId="20577"/>
          <ac:spMkLst>
            <pc:docMk/>
            <pc:sldMk cId="1338935527" sldId="292"/>
            <ac:spMk id="14" creationId="{4BA6299B-9A9A-2E48-A717-2BAE270E000E}"/>
          </ac:spMkLst>
        </pc:spChg>
        <pc:graphicFrameChg chg="mod modGraphic">
          <ac:chgData name="Lynn Zhang" userId="57ca7b57-b3d2-4971-a225-54c6ce8817fe" providerId="ADAL" clId="{F37F9FBE-345C-4188-A614-613EDB8014E7}" dt="2025-08-24T02:25:46.054" v="67"/>
          <ac:graphicFrameMkLst>
            <pc:docMk/>
            <pc:sldMk cId="1338935527" sldId="292"/>
            <ac:graphicFrameMk id="5" creationId="{B7C81B00-721A-5935-0F23-730EFA35608C}"/>
          </ac:graphicFrameMkLst>
        </pc:graphicFrameChg>
      </pc:sldChg>
      <pc:sldChg chg="modSp mod">
        <pc:chgData name="Lynn Zhang" userId="57ca7b57-b3d2-4971-a225-54c6ce8817fe" providerId="ADAL" clId="{F37F9FBE-345C-4188-A614-613EDB8014E7}" dt="2025-08-24T02:25:49.196" v="68" actId="108"/>
        <pc:sldMkLst>
          <pc:docMk/>
          <pc:sldMk cId="3379326666" sldId="293"/>
        </pc:sldMkLst>
        <pc:spChg chg="mod">
          <ac:chgData name="Lynn Zhang" userId="57ca7b57-b3d2-4971-a225-54c6ce8817fe" providerId="ADAL" clId="{F37F9FBE-345C-4188-A614-613EDB8014E7}" dt="2025-08-24T02:25:38.155" v="65" actId="20577"/>
          <ac:spMkLst>
            <pc:docMk/>
            <pc:sldMk cId="3379326666" sldId="293"/>
            <ac:spMk id="14" creationId="{071CA318-5A63-4B15-28DF-E51DDA8D9100}"/>
          </ac:spMkLst>
        </pc:spChg>
        <pc:spChg chg="mod">
          <ac:chgData name="Lynn Zhang" userId="57ca7b57-b3d2-4971-a225-54c6ce8817fe" providerId="ADAL" clId="{F37F9FBE-345C-4188-A614-613EDB8014E7}" dt="2025-08-24T02:20:56.075" v="20" actId="20577"/>
          <ac:spMkLst>
            <pc:docMk/>
            <pc:sldMk cId="3379326666" sldId="293"/>
            <ac:spMk id="15" creationId="{38B73C2E-3CD0-0B3A-F597-D96DD7A043C7}"/>
          </ac:spMkLst>
        </pc:spChg>
        <pc:graphicFrameChg chg="mod modGraphic">
          <ac:chgData name="Lynn Zhang" userId="57ca7b57-b3d2-4971-a225-54c6ce8817fe" providerId="ADAL" clId="{F37F9FBE-345C-4188-A614-613EDB8014E7}" dt="2025-08-24T02:25:49.196" v="68" actId="108"/>
          <ac:graphicFrameMkLst>
            <pc:docMk/>
            <pc:sldMk cId="3379326666" sldId="293"/>
            <ac:graphicFrameMk id="13" creationId="{54E1045F-2BCE-F170-AA84-160D171F6B9C}"/>
          </ac:graphicFrameMkLst>
        </pc:graphicFrameChg>
      </pc:sldChg>
      <pc:sldChg chg="modSp mod">
        <pc:chgData name="Lynn Zhang" userId="57ca7b57-b3d2-4971-a225-54c6ce8817fe" providerId="ADAL" clId="{F37F9FBE-345C-4188-A614-613EDB8014E7}" dt="2025-08-24T02:27:59.412" v="81" actId="108"/>
        <pc:sldMkLst>
          <pc:docMk/>
          <pc:sldMk cId="1381150942" sldId="294"/>
        </pc:sldMkLst>
        <pc:spChg chg="mod">
          <ac:chgData name="Lynn Zhang" userId="57ca7b57-b3d2-4971-a225-54c6ce8817fe" providerId="ADAL" clId="{F37F9FBE-345C-4188-A614-613EDB8014E7}" dt="2025-08-24T02:23:21.674" v="54" actId="20577"/>
          <ac:spMkLst>
            <pc:docMk/>
            <pc:sldMk cId="1381150942" sldId="294"/>
            <ac:spMk id="14" creationId="{F05CDD71-A11F-BDDA-7D75-0FB2CC78FCA6}"/>
          </ac:spMkLst>
        </pc:spChg>
        <pc:spChg chg="mod">
          <ac:chgData name="Lynn Zhang" userId="57ca7b57-b3d2-4971-a225-54c6ce8817fe" providerId="ADAL" clId="{F37F9FBE-345C-4188-A614-613EDB8014E7}" dt="2025-08-24T02:21:14.729" v="35" actId="20577"/>
          <ac:spMkLst>
            <pc:docMk/>
            <pc:sldMk cId="1381150942" sldId="294"/>
            <ac:spMk id="15" creationId="{C3F3E39C-687A-6612-D0B3-185483C3C90D}"/>
          </ac:spMkLst>
        </pc:spChg>
        <pc:graphicFrameChg chg="mod modGraphic">
          <ac:chgData name="Lynn Zhang" userId="57ca7b57-b3d2-4971-a225-54c6ce8817fe" providerId="ADAL" clId="{F37F9FBE-345C-4188-A614-613EDB8014E7}" dt="2025-08-24T02:27:59.412" v="81" actId="108"/>
          <ac:graphicFrameMkLst>
            <pc:docMk/>
            <pc:sldMk cId="1381150942" sldId="294"/>
            <ac:graphicFrameMk id="4" creationId="{C6CBC078-5598-93AB-524F-07BBADF448B5}"/>
          </ac:graphicFrameMkLst>
        </pc:graphicFrameChg>
      </pc:sldChg>
    </pc:docChg>
  </pc:docChgLst>
  <pc:docChgLst>
    <pc:chgData name="Lynn Zhang" userId="57ca7b57-b3d2-4971-a225-54c6ce8817fe" providerId="ADAL" clId="{0326D174-3F3A-4934-BD71-C532D416C678}"/>
    <pc:docChg chg="undo custSel modSld">
      <pc:chgData name="Lynn Zhang" userId="57ca7b57-b3d2-4971-a225-54c6ce8817fe" providerId="ADAL" clId="{0326D174-3F3A-4934-BD71-C532D416C678}" dt="2025-09-16T08:30:50.207" v="162" actId="20577"/>
      <pc:docMkLst>
        <pc:docMk/>
      </pc:docMkLst>
      <pc:sldChg chg="modSp mod">
        <pc:chgData name="Lynn Zhang" userId="57ca7b57-b3d2-4971-a225-54c6ce8817fe" providerId="ADAL" clId="{0326D174-3F3A-4934-BD71-C532D416C678}" dt="2025-09-16T08:30:19.260" v="141" actId="20577"/>
        <pc:sldMkLst>
          <pc:docMk/>
          <pc:sldMk cId="1480520150" sldId="290"/>
        </pc:sldMkLst>
        <pc:spChg chg="mod">
          <ac:chgData name="Lynn Zhang" userId="57ca7b57-b3d2-4971-a225-54c6ce8817fe" providerId="ADAL" clId="{0326D174-3F3A-4934-BD71-C532D416C678}" dt="2025-09-16T08:30:19.260" v="141" actId="20577"/>
          <ac:spMkLst>
            <pc:docMk/>
            <pc:sldMk cId="1480520150" sldId="290"/>
            <ac:spMk id="5" creationId="{4F1B518D-C442-9DDB-FDD8-AC2F224E4606}"/>
          </ac:spMkLst>
        </pc:spChg>
        <pc:spChg chg="mod">
          <ac:chgData name="Lynn Zhang" userId="57ca7b57-b3d2-4971-a225-54c6ce8817fe" providerId="ADAL" clId="{0326D174-3F3A-4934-BD71-C532D416C678}" dt="2025-09-16T08:30:13.158" v="139" actId="20577"/>
          <ac:spMkLst>
            <pc:docMk/>
            <pc:sldMk cId="1480520150" sldId="290"/>
            <ac:spMk id="14" creationId="{848DD596-EB19-51A8-8B57-25C2D8157F5A}"/>
          </ac:spMkLst>
        </pc:spChg>
        <pc:graphicFrameChg chg="mod modGraphic">
          <ac:chgData name="Lynn Zhang" userId="57ca7b57-b3d2-4971-a225-54c6ce8817fe" providerId="ADAL" clId="{0326D174-3F3A-4934-BD71-C532D416C678}" dt="2025-09-16T08:30:10.690" v="138" actId="6549"/>
          <ac:graphicFrameMkLst>
            <pc:docMk/>
            <pc:sldMk cId="1480520150" sldId="290"/>
            <ac:graphicFrameMk id="12" creationId="{C1F66565-C28C-F674-ABC5-108138991B10}"/>
          </ac:graphicFrameMkLst>
        </pc:graphicFrameChg>
      </pc:sldChg>
      <pc:sldChg chg="modSp mod">
        <pc:chgData name="Lynn Zhang" userId="57ca7b57-b3d2-4971-a225-54c6ce8817fe" providerId="ADAL" clId="{0326D174-3F3A-4934-BD71-C532D416C678}" dt="2025-09-16T08:30:34.276" v="149" actId="20577"/>
        <pc:sldMkLst>
          <pc:docMk/>
          <pc:sldMk cId="3489116192" sldId="291"/>
        </pc:sldMkLst>
        <pc:spChg chg="mod">
          <ac:chgData name="Lynn Zhang" userId="57ca7b57-b3d2-4971-a225-54c6ce8817fe" providerId="ADAL" clId="{0326D174-3F3A-4934-BD71-C532D416C678}" dt="2025-09-16T08:30:34.276" v="149" actId="20577"/>
          <ac:spMkLst>
            <pc:docMk/>
            <pc:sldMk cId="3489116192" sldId="291"/>
            <ac:spMk id="14" creationId="{E23A3712-1568-BEC5-2F4B-65ECBCB5FD12}"/>
          </ac:spMkLst>
        </pc:spChg>
        <pc:spChg chg="mod">
          <ac:chgData name="Lynn Zhang" userId="57ca7b57-b3d2-4971-a225-54c6ce8817fe" providerId="ADAL" clId="{0326D174-3F3A-4934-BD71-C532D416C678}" dt="2025-09-16T08:30:27.289" v="147" actId="20577"/>
          <ac:spMkLst>
            <pc:docMk/>
            <pc:sldMk cId="3489116192" sldId="291"/>
            <ac:spMk id="15" creationId="{661302F1-68AE-3D48-3155-C8C7A5F3866F}"/>
          </ac:spMkLst>
        </pc:spChg>
        <pc:graphicFrameChg chg="mod modGraphic">
          <ac:chgData name="Lynn Zhang" userId="57ca7b57-b3d2-4971-a225-54c6ce8817fe" providerId="ADAL" clId="{0326D174-3F3A-4934-BD71-C532D416C678}" dt="2025-09-16T08:30:32.022" v="148" actId="6549"/>
          <ac:graphicFrameMkLst>
            <pc:docMk/>
            <pc:sldMk cId="3489116192" sldId="291"/>
            <ac:graphicFrameMk id="4" creationId="{90D6749B-1D2D-861C-CA54-1AB3D26A7490}"/>
          </ac:graphicFrameMkLst>
        </pc:graphicFrameChg>
      </pc:sldChg>
      <pc:sldChg chg="modSp mod">
        <pc:chgData name="Lynn Zhang" userId="57ca7b57-b3d2-4971-a225-54c6ce8817fe" providerId="ADAL" clId="{0326D174-3F3A-4934-BD71-C532D416C678}" dt="2025-09-16T08:29:33.201" v="120" actId="20577"/>
        <pc:sldMkLst>
          <pc:docMk/>
          <pc:sldMk cId="1338935527" sldId="292"/>
        </pc:sldMkLst>
        <pc:spChg chg="mod">
          <ac:chgData name="Lynn Zhang" userId="57ca7b57-b3d2-4971-a225-54c6ce8817fe" providerId="ADAL" clId="{0326D174-3F3A-4934-BD71-C532D416C678}" dt="2025-09-16T08:29:22.815" v="118" actId="20577"/>
          <ac:spMkLst>
            <pc:docMk/>
            <pc:sldMk cId="1338935527" sldId="292"/>
            <ac:spMk id="12" creationId="{C37B56DD-98A4-E678-2943-2904F34AC6F8}"/>
          </ac:spMkLst>
        </pc:spChg>
        <pc:spChg chg="mod">
          <ac:chgData name="Lynn Zhang" userId="57ca7b57-b3d2-4971-a225-54c6ce8817fe" providerId="ADAL" clId="{0326D174-3F3A-4934-BD71-C532D416C678}" dt="2025-09-16T08:29:33.201" v="120" actId="20577"/>
          <ac:spMkLst>
            <pc:docMk/>
            <pc:sldMk cId="1338935527" sldId="292"/>
            <ac:spMk id="14" creationId="{4BA6299B-9A9A-2E48-A717-2BAE270E000E}"/>
          </ac:spMkLst>
        </pc:spChg>
        <pc:graphicFrameChg chg="mod modGraphic">
          <ac:chgData name="Lynn Zhang" userId="57ca7b57-b3d2-4971-a225-54c6ce8817fe" providerId="ADAL" clId="{0326D174-3F3A-4934-BD71-C532D416C678}" dt="2025-09-16T08:29:30.785" v="119" actId="6549"/>
          <ac:graphicFrameMkLst>
            <pc:docMk/>
            <pc:sldMk cId="1338935527" sldId="292"/>
            <ac:graphicFrameMk id="5" creationId="{B7C81B00-721A-5935-0F23-730EFA35608C}"/>
          </ac:graphicFrameMkLst>
        </pc:graphicFrameChg>
      </pc:sldChg>
      <pc:sldChg chg="modSp mod">
        <pc:chgData name="Lynn Zhang" userId="57ca7b57-b3d2-4971-a225-54c6ce8817fe" providerId="ADAL" clId="{0326D174-3F3A-4934-BD71-C532D416C678}" dt="2025-09-16T08:30:00.938" v="129" actId="6549"/>
        <pc:sldMkLst>
          <pc:docMk/>
          <pc:sldMk cId="3379326666" sldId="293"/>
        </pc:sldMkLst>
        <pc:spChg chg="mod">
          <ac:chgData name="Lynn Zhang" userId="57ca7b57-b3d2-4971-a225-54c6ce8817fe" providerId="ADAL" clId="{0326D174-3F3A-4934-BD71-C532D416C678}" dt="2025-09-16T08:30:00.938" v="129" actId="6549"/>
          <ac:spMkLst>
            <pc:docMk/>
            <pc:sldMk cId="3379326666" sldId="293"/>
            <ac:spMk id="14" creationId="{071CA318-5A63-4B15-28DF-E51DDA8D9100}"/>
          </ac:spMkLst>
        </pc:spChg>
        <pc:spChg chg="mod">
          <ac:chgData name="Lynn Zhang" userId="57ca7b57-b3d2-4971-a225-54c6ce8817fe" providerId="ADAL" clId="{0326D174-3F3A-4934-BD71-C532D416C678}" dt="2025-09-16T08:29:47.743" v="125" actId="20577"/>
          <ac:spMkLst>
            <pc:docMk/>
            <pc:sldMk cId="3379326666" sldId="293"/>
            <ac:spMk id="15" creationId="{38B73C2E-3CD0-0B3A-F597-D96DD7A043C7}"/>
          </ac:spMkLst>
        </pc:spChg>
        <pc:graphicFrameChg chg="mod modGraphic">
          <ac:chgData name="Lynn Zhang" userId="57ca7b57-b3d2-4971-a225-54c6ce8817fe" providerId="ADAL" clId="{0326D174-3F3A-4934-BD71-C532D416C678}" dt="2025-09-16T08:29:55.445" v="126" actId="6549"/>
          <ac:graphicFrameMkLst>
            <pc:docMk/>
            <pc:sldMk cId="3379326666" sldId="293"/>
            <ac:graphicFrameMk id="13" creationId="{54E1045F-2BCE-F170-AA84-160D171F6B9C}"/>
          </ac:graphicFrameMkLst>
        </pc:graphicFrameChg>
      </pc:sldChg>
      <pc:sldChg chg="modSp mod">
        <pc:chgData name="Lynn Zhang" userId="57ca7b57-b3d2-4971-a225-54c6ce8817fe" providerId="ADAL" clId="{0326D174-3F3A-4934-BD71-C532D416C678}" dt="2025-09-16T08:30:50.207" v="162" actId="20577"/>
        <pc:sldMkLst>
          <pc:docMk/>
          <pc:sldMk cId="1381150942" sldId="294"/>
        </pc:sldMkLst>
        <pc:spChg chg="mod">
          <ac:chgData name="Lynn Zhang" userId="57ca7b57-b3d2-4971-a225-54c6ce8817fe" providerId="ADAL" clId="{0326D174-3F3A-4934-BD71-C532D416C678}" dt="2025-09-16T08:30:42.133" v="151" actId="20577"/>
          <ac:spMkLst>
            <pc:docMk/>
            <pc:sldMk cId="1381150942" sldId="294"/>
            <ac:spMk id="14" creationId="{F05CDD71-A11F-BDDA-7D75-0FB2CC78FCA6}"/>
          </ac:spMkLst>
        </pc:spChg>
        <pc:spChg chg="mod">
          <ac:chgData name="Lynn Zhang" userId="57ca7b57-b3d2-4971-a225-54c6ce8817fe" providerId="ADAL" clId="{0326D174-3F3A-4934-BD71-C532D416C678}" dt="2025-09-16T08:30:50.207" v="162" actId="20577"/>
          <ac:spMkLst>
            <pc:docMk/>
            <pc:sldMk cId="1381150942" sldId="294"/>
            <ac:spMk id="15" creationId="{C3F3E39C-687A-6612-D0B3-185483C3C90D}"/>
          </ac:spMkLst>
        </pc:spChg>
        <pc:graphicFrameChg chg="mod modGraphic">
          <ac:chgData name="Lynn Zhang" userId="57ca7b57-b3d2-4971-a225-54c6ce8817fe" providerId="ADAL" clId="{0326D174-3F3A-4934-BD71-C532D416C678}" dt="2025-09-16T08:30:39.992" v="150" actId="6549"/>
          <ac:graphicFrameMkLst>
            <pc:docMk/>
            <pc:sldMk cId="1381150942" sldId="294"/>
            <ac:graphicFrameMk id="4" creationId="{C6CBC078-5598-93AB-524F-07BBADF448B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904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FAE43-E166-0E55-4A4A-67E97D2A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4EA97-DB64-1EC0-2EDD-77520D778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D8FE33-D755-59E7-0C58-5EA5269CF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4DD0BF-506D-B83A-499D-6E4EC3B1D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616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65C1-E5BD-6C1E-4EA5-9ED82C4A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0C46DD-9AD2-E6EA-74BF-5AEAC4D78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A25832-E2B0-1AD0-3E91-4B92AE771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3E046C-CA0E-3536-9A30-DA23F4DE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901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76B1-E1A5-3B11-A0EE-856C419F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F18DE4-D436-FCAE-192E-BBF5E40D6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9ED1B7-A291-8AD1-019B-8FB8D9644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032030-D935-597A-59B8-4AA6436AF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187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377C1-3C7B-4BA4-4B7D-C5B1EB40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88D7DF-BB21-5580-D84F-B823C6EFD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AAB7F1-A45F-06EC-2C54-31B54C7E7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D84D5-204A-E50D-A4C0-B981DE30A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819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6A28B-783E-AA23-FE79-C7E2A49F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9B18C2-9369-8740-7C6B-08A03A87B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53BA5D-8B06-5DE1-8A13-742F41208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1928D-608D-050B-0BF3-7376B99CE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938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字魂95号-手刻宋" panose="000005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字魂95号-手刻宋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字魂95号-手刻宋" panose="000005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字魂95号-手刻宋" panose="000005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字魂95号-手刻宋" panose="000005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字魂95号-手刻宋" panose="000005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字魂95号-手刻宋" panose="000005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字魂95号-手刻宋" panose="000005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字魂95号-手刻宋" panose="000005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microsoft.com/office/2007/relationships/hdphoto" Target="../media/hdphoto1.wdp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microsoft.com/office/2007/relationships/hdphoto" Target="../media/hdphoto1.wdp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microsoft.com/office/2007/relationships/hdphoto" Target="../media/hdphoto1.wdp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5f363cee875a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72605"/>
          </a:xfrm>
          <a:prstGeom prst="rect">
            <a:avLst/>
          </a:prstGeom>
        </p:spPr>
      </p:pic>
      <p:pic>
        <p:nvPicPr>
          <p:cNvPr id="3" name="图片 2" descr="未标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192" y="3822078"/>
            <a:ext cx="3091815" cy="2133600"/>
          </a:xfrm>
          <a:prstGeom prst="rect">
            <a:avLst/>
          </a:prstGeom>
        </p:spPr>
      </p:pic>
      <p:pic>
        <p:nvPicPr>
          <p:cNvPr id="8" name="图片 7" descr="荣华富贵背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657" y="2230120"/>
            <a:ext cx="850265" cy="692785"/>
          </a:xfrm>
          <a:prstGeom prst="rect">
            <a:avLst/>
          </a:prstGeom>
        </p:spPr>
      </p:pic>
      <p:pic>
        <p:nvPicPr>
          <p:cNvPr id="11" name="图片 10" descr="荣华富贵背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900000">
            <a:off x="1454150" y="4277360"/>
            <a:ext cx="582930" cy="474980"/>
          </a:xfrm>
          <a:prstGeom prst="rect">
            <a:avLst/>
          </a:prstGeom>
        </p:spPr>
      </p:pic>
      <p:pic>
        <p:nvPicPr>
          <p:cNvPr id="12" name="图片 11" descr="荣华富贵背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80000">
            <a:off x="8787765" y="206375"/>
            <a:ext cx="744855" cy="6070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AC4101D-C4A1-94B8-5C2E-BF7D152A72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180" y="3934092"/>
            <a:ext cx="1512925" cy="17140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761D061-E31A-8854-E703-4E4D2D826F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040" b="89899" l="9864" r="89796">
                        <a14:foregroundMark x1="50680" y1="10859" x2="50680" y2="10859"/>
                        <a14:foregroundMark x1="65986" y1="4040" x2="65986" y2="40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62151" y="4049663"/>
            <a:ext cx="1260727" cy="1698122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9262D31-35C2-BB20-0B96-0398E0F25E66}"/>
              </a:ext>
            </a:extLst>
          </p:cNvPr>
          <p:cNvSpPr/>
          <p:nvPr/>
        </p:nvSpPr>
        <p:spPr>
          <a:xfrm>
            <a:off x="3078871" y="4013013"/>
            <a:ext cx="5583280" cy="838324"/>
          </a:xfrm>
          <a:prstGeom prst="roundRect">
            <a:avLst/>
          </a:prstGeom>
          <a:ln w="41275" cap="sq" cmpd="dbl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字魂95号-手刻宋" panose="00000500000000000000" charset="-122"/>
                <a:sym typeface="+mn-lt"/>
              </a:rPr>
              <a:t>文明用餐  从我做起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字魂95号-手刻宋" panose="00000500000000000000" charset="-122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6AF330-00D8-34D1-4023-C6BADE0E55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628" y="-649335"/>
            <a:ext cx="3343546" cy="334354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65D5458-D619-F7DB-C545-69E162F2D1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11" y="296679"/>
            <a:ext cx="8817502" cy="3471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52D58-F57A-C87E-6310-215A9D7D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F4E2C5-E986-882D-AD85-1275C1D0C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5723"/>
            <a:ext cx="12192000" cy="687260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043B2604-6C88-E8C7-5BD7-7B16E779C93C}"/>
              </a:ext>
            </a:extLst>
          </p:cNvPr>
          <p:cNvGrpSpPr/>
          <p:nvPr/>
        </p:nvGrpSpPr>
        <p:grpSpPr>
          <a:xfrm>
            <a:off x="0" y="3487420"/>
            <a:ext cx="12192000" cy="3384550"/>
            <a:chOff x="0" y="3487420"/>
            <a:chExt cx="12192000" cy="3384550"/>
          </a:xfrm>
        </p:grpSpPr>
        <p:pic>
          <p:nvPicPr>
            <p:cNvPr id="21" name="图片 20" descr="wq">
              <a:extLst>
                <a:ext uri="{FF2B5EF4-FFF2-40B4-BE49-F238E27FC236}">
                  <a16:creationId xmlns:a16="http://schemas.microsoft.com/office/drawing/2014/main" id="{35A431E0-AA43-2E72-4ADE-CD9228DD4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50085" y="5032375"/>
              <a:ext cx="8292465" cy="1839595"/>
            </a:xfrm>
            <a:prstGeom prst="rect">
              <a:avLst/>
            </a:prstGeom>
          </p:spPr>
        </p:pic>
        <p:pic>
          <p:nvPicPr>
            <p:cNvPr id="20" name="图片 19" descr="5d2d71d6e780f">
              <a:extLst>
                <a:ext uri="{FF2B5EF4-FFF2-40B4-BE49-F238E27FC236}">
                  <a16:creationId xmlns:a16="http://schemas.microsoft.com/office/drawing/2014/main" id="{D8AB2FB2-98DF-3136-9866-9F8C66D03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487420"/>
              <a:ext cx="12192000" cy="3371850"/>
            </a:xfrm>
            <a:prstGeom prst="rect">
              <a:avLst/>
            </a:prstGeom>
          </p:spPr>
        </p:pic>
      </p:grpSp>
      <p:pic>
        <p:nvPicPr>
          <p:cNvPr id="10" name="图片 9" descr="二万人 (4)">
            <a:extLst>
              <a:ext uri="{FF2B5EF4-FFF2-40B4-BE49-F238E27FC236}">
                <a16:creationId xmlns:a16="http://schemas.microsoft.com/office/drawing/2014/main" id="{AD631D4E-3627-A922-4F2C-705166BF3F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0" y="0"/>
            <a:ext cx="2501900" cy="3811270"/>
          </a:xfrm>
          <a:prstGeom prst="rect">
            <a:avLst/>
          </a:prstGeom>
        </p:spPr>
      </p:pic>
      <p:pic>
        <p:nvPicPr>
          <p:cNvPr id="11" name="图片 10" descr="而我却 (2)">
            <a:extLst>
              <a:ext uri="{FF2B5EF4-FFF2-40B4-BE49-F238E27FC236}">
                <a16:creationId xmlns:a16="http://schemas.microsoft.com/office/drawing/2014/main" id="{7A55EE09-14D4-60D6-DCB6-8EE7784333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45" y="347345"/>
            <a:ext cx="650875" cy="57404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8BD041E-6059-C3E9-B4B7-7D3D18F022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32" y="4484169"/>
            <a:ext cx="1745148" cy="19771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BDAB07-CF35-3F7B-AF28-E42FB1387B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040" b="89899" l="9864" r="89796">
                        <a14:foregroundMark x1="50680" y1="10859" x2="50680" y2="10859"/>
                        <a14:foregroundMark x1="65986" y1="4040" x2="65986" y2="40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9450" y="4506113"/>
            <a:ext cx="1587589" cy="21383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204FB9D-3D17-1113-BD69-0264378B6B3D}"/>
              </a:ext>
            </a:extLst>
          </p:cNvPr>
          <p:cNvSpPr txBox="1"/>
          <p:nvPr/>
        </p:nvSpPr>
        <p:spPr>
          <a:xfrm>
            <a:off x="4298419" y="453035"/>
            <a:ext cx="4590092" cy="74635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defTabSz="685800"/>
            <a:r>
              <a:rPr lang="zh-CN" altLang="en-US" sz="4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文明用餐我能行！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FF92EB-3D0E-3677-A003-08F873512798}"/>
              </a:ext>
            </a:extLst>
          </p:cNvPr>
          <p:cNvSpPr txBox="1"/>
          <p:nvPr/>
        </p:nvSpPr>
        <p:spPr>
          <a:xfrm>
            <a:off x="5945269" y="3888425"/>
            <a:ext cx="4909185" cy="6015990"/>
          </a:xfrm>
          <a:prstGeom prst="rect">
            <a:avLst/>
          </a:prstGeom>
          <a:noFill/>
        </p:spPr>
        <p:txBody>
          <a:bodyPr wrap="square" lIns="68580" tIns="34290" rIns="68580" bIns="34290" rtlCol="0">
            <a:noAutofit/>
          </a:bodyPr>
          <a:lstStyle/>
          <a:p>
            <a:pPr algn="ctr" defTabSz="685800">
              <a:lnSpc>
                <a:spcPct val="150000"/>
              </a:lnSpc>
            </a:pPr>
            <a:endParaRPr lang="zh-CN" altLang="en-US" sz="2000" dirty="0">
              <a:solidFill>
                <a:srgbClr val="1E1C2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1C539F-7EA4-A633-E794-8239FB283273}"/>
              </a:ext>
            </a:extLst>
          </p:cNvPr>
          <p:cNvSpPr txBox="1"/>
          <p:nvPr/>
        </p:nvSpPr>
        <p:spPr>
          <a:xfrm>
            <a:off x="433232" y="1545170"/>
            <a:ext cx="12025423" cy="1432903"/>
          </a:xfrm>
          <a:prstGeom prst="rect">
            <a:avLst/>
          </a:prstGeom>
          <a:noFill/>
        </p:spPr>
        <p:txBody>
          <a:bodyPr wrap="square" lIns="68580" tIns="34290" rIns="68580" bIns="34290" rtlCol="0">
            <a:no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2800" dirty="0">
                <a:solidFill>
                  <a:srgbClr val="1E1C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用餐前，需洗手，病菌才能都赶走； 铺餐垫，拿餐具，排队取餐静悄悄。 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2800" dirty="0">
                <a:solidFill>
                  <a:srgbClr val="1E1C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细细嚼，慢慢咽，静听新闻知天下； 不挑食，不偏食，营养均衡不浪费；</a:t>
            </a:r>
            <a:endParaRPr lang="en-US" altLang="zh-CN" sz="2800" dirty="0">
              <a:solidFill>
                <a:srgbClr val="1E1C2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defTabSz="685800">
              <a:lnSpc>
                <a:spcPct val="150000"/>
              </a:lnSpc>
            </a:pPr>
            <a:r>
              <a:rPr lang="zh-CN" altLang="en-US" sz="2800" dirty="0">
                <a:solidFill>
                  <a:srgbClr val="1E1C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用完餐，收餐具，纸巾擦净嘴边油； 擦桌面，擦地面，上上下下都洁净；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2800" dirty="0">
                <a:solidFill>
                  <a:srgbClr val="1E1C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放餐盘，有顺序，轻轻摆放对整齐； 铃声响，出教室，轻声慢步助消化。</a:t>
            </a:r>
          </a:p>
        </p:txBody>
      </p:sp>
    </p:spTree>
    <p:extLst>
      <p:ext uri="{BB962C8B-B14F-4D97-AF65-F5344CB8AC3E}">
        <p14:creationId xmlns:p14="http://schemas.microsoft.com/office/powerpoint/2010/main" val="336408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3C098-8699-D1B8-5727-8C88C438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8532273-0DC5-8094-35D0-10A135FD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4780"/>
            <a:ext cx="12192000" cy="687260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AB01A427-2EE8-36F0-9EC1-FB305DEAB4B3}"/>
              </a:ext>
            </a:extLst>
          </p:cNvPr>
          <p:cNvGrpSpPr/>
          <p:nvPr/>
        </p:nvGrpSpPr>
        <p:grpSpPr>
          <a:xfrm>
            <a:off x="0" y="3487420"/>
            <a:ext cx="12192000" cy="3384550"/>
            <a:chOff x="0" y="3487420"/>
            <a:chExt cx="12192000" cy="3384550"/>
          </a:xfrm>
        </p:grpSpPr>
        <p:pic>
          <p:nvPicPr>
            <p:cNvPr id="21" name="图片 20" descr="wq">
              <a:extLst>
                <a:ext uri="{FF2B5EF4-FFF2-40B4-BE49-F238E27FC236}">
                  <a16:creationId xmlns:a16="http://schemas.microsoft.com/office/drawing/2014/main" id="{CCA70F1F-8651-E3FE-359F-04D86F5F2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50085" y="5032375"/>
              <a:ext cx="8292465" cy="1839595"/>
            </a:xfrm>
            <a:prstGeom prst="rect">
              <a:avLst/>
            </a:prstGeom>
          </p:spPr>
        </p:pic>
        <p:pic>
          <p:nvPicPr>
            <p:cNvPr id="20" name="图片 19" descr="5d2d71d6e780f">
              <a:extLst>
                <a:ext uri="{FF2B5EF4-FFF2-40B4-BE49-F238E27FC236}">
                  <a16:creationId xmlns:a16="http://schemas.microsoft.com/office/drawing/2014/main" id="{9A26F900-64B1-8BDD-D8E0-F0E96B827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487420"/>
              <a:ext cx="12192000" cy="3371850"/>
            </a:xfrm>
            <a:prstGeom prst="rect">
              <a:avLst/>
            </a:prstGeom>
          </p:spPr>
        </p:pic>
      </p:grpSp>
      <p:pic>
        <p:nvPicPr>
          <p:cNvPr id="10" name="图片 9" descr="二万人 (4)">
            <a:extLst>
              <a:ext uri="{FF2B5EF4-FFF2-40B4-BE49-F238E27FC236}">
                <a16:creationId xmlns:a16="http://schemas.microsoft.com/office/drawing/2014/main" id="{A5957CBA-3D42-ADD4-FA2B-28AF192A3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0" y="0"/>
            <a:ext cx="2501900" cy="3811270"/>
          </a:xfrm>
          <a:prstGeom prst="rect">
            <a:avLst/>
          </a:prstGeom>
        </p:spPr>
      </p:pic>
      <p:pic>
        <p:nvPicPr>
          <p:cNvPr id="11" name="图片 10" descr="而我却 (2)">
            <a:extLst>
              <a:ext uri="{FF2B5EF4-FFF2-40B4-BE49-F238E27FC236}">
                <a16:creationId xmlns:a16="http://schemas.microsoft.com/office/drawing/2014/main" id="{A161E0D1-ADF7-37A6-68EE-B9A5894439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45" y="347345"/>
            <a:ext cx="650875" cy="57404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0748F67-4319-DE32-B4F4-47CCF0A3BCA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92" y="5547454"/>
            <a:ext cx="1111654" cy="12594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9A97F5-7C6F-819D-1242-913BF431DB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040" b="89899" l="9864" r="89796">
                        <a14:foregroundMark x1="50680" y1="10859" x2="50680" y2="10859"/>
                        <a14:foregroundMark x1="65986" y1="4040" x2="65986" y2="40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05842" y="5547454"/>
            <a:ext cx="1001505" cy="13489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7EE0827-0F44-7D36-97B9-C913F29F5190}"/>
              </a:ext>
            </a:extLst>
          </p:cNvPr>
          <p:cNvSpPr txBox="1"/>
          <p:nvPr/>
        </p:nvSpPr>
        <p:spPr>
          <a:xfrm>
            <a:off x="1250950" y="184242"/>
            <a:ext cx="4590092" cy="90024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defTabSz="685800"/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选</a:t>
            </a:r>
            <a:r>
              <a:rPr lang="en-US" altLang="zh-CN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A</a:t>
            </a:r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餐名单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410EFB-DA56-2409-76DF-3C464B3E9112}"/>
              </a:ext>
            </a:extLst>
          </p:cNvPr>
          <p:cNvSpPr txBox="1"/>
          <p:nvPr/>
        </p:nvSpPr>
        <p:spPr>
          <a:xfrm>
            <a:off x="5945269" y="3888425"/>
            <a:ext cx="4909185" cy="6015990"/>
          </a:xfrm>
          <a:prstGeom prst="rect">
            <a:avLst/>
          </a:prstGeom>
          <a:noFill/>
        </p:spPr>
        <p:txBody>
          <a:bodyPr wrap="square" lIns="68580" tIns="34290" rIns="68580" bIns="34290" rtlCol="0">
            <a:noAutofit/>
          </a:bodyPr>
          <a:lstStyle/>
          <a:p>
            <a:pPr algn="ctr" defTabSz="685800">
              <a:lnSpc>
                <a:spcPct val="150000"/>
              </a:lnSpc>
            </a:pPr>
            <a:endParaRPr lang="zh-CN" altLang="en-US" sz="2000" dirty="0">
              <a:solidFill>
                <a:srgbClr val="1E1C2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738552-B41D-F3F8-1B2C-22EE81CB588C}"/>
              </a:ext>
            </a:extLst>
          </p:cNvPr>
          <p:cNvSpPr/>
          <p:nvPr/>
        </p:nvSpPr>
        <p:spPr>
          <a:xfrm>
            <a:off x="9845184" y="120175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周一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A6299B-9A9A-2E48-A717-2BAE270E000E}"/>
              </a:ext>
            </a:extLst>
          </p:cNvPr>
          <p:cNvSpPr/>
          <p:nvPr/>
        </p:nvSpPr>
        <p:spPr>
          <a:xfrm>
            <a:off x="4258219" y="5864976"/>
            <a:ext cx="3940502" cy="923330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共计</a:t>
            </a:r>
            <a:r>
              <a:rPr lang="en-US" altLang="zh-CN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_x___</a:t>
            </a:r>
            <a:r>
              <a:rPr lang="zh-CN" alt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份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C37B56DD-98A4-E678-2943-2904F34AC6F8}"/>
              </a:ext>
            </a:extLst>
          </p:cNvPr>
          <p:cNvSpPr/>
          <p:nvPr/>
        </p:nvSpPr>
        <p:spPr>
          <a:xfrm>
            <a:off x="5980460" y="120175"/>
            <a:ext cx="39055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月</a:t>
            </a:r>
            <a:r>
              <a:rPr lang="en-US" altLang="zh-C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day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日</a:t>
            </a:r>
          </a:p>
        </p:txBody>
      </p:sp>
      <p:graphicFrame>
        <p:nvGraphicFramePr>
          <p:cNvPr id="5" name="表格 12">
            <a:extLst>
              <a:ext uri="{FF2B5EF4-FFF2-40B4-BE49-F238E27FC236}">
                <a16:creationId xmlns:a16="http://schemas.microsoft.com/office/drawing/2014/main" id="{B7C81B00-721A-5935-0F23-730EFA356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410737"/>
              </p:ext>
            </p:extLst>
          </p:nvPr>
        </p:nvGraphicFramePr>
        <p:xfrm>
          <a:off x="1250951" y="1298459"/>
          <a:ext cx="9954889" cy="444507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127">
                  <a:extLst>
                    <a:ext uri="{9D8B030D-6E8A-4147-A177-3AD203B41FA5}">
                      <a16:colId xmlns:a16="http://schemas.microsoft.com/office/drawing/2014/main" val="1205301403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1875229454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1716629814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1934439481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3665086614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4009077086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3415914673"/>
                    </a:ext>
                  </a:extLst>
                </a:gridCol>
              </a:tblGrid>
              <a:tr h="7408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391890121"/>
                  </a:ext>
                </a:extLst>
              </a:tr>
              <a:tr h="7408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002406419"/>
                  </a:ext>
                </a:extLst>
              </a:tr>
              <a:tr h="7408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4187753970"/>
                  </a:ext>
                </a:extLst>
              </a:tr>
              <a:tr h="7408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803378244"/>
                  </a:ext>
                </a:extLst>
              </a:tr>
              <a:tr h="7408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3235028721"/>
                  </a:ext>
                </a:extLst>
              </a:tr>
              <a:tr h="7408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1707387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93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56843-831C-140B-534A-82C4E2E5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BEF2311-955E-8BB8-39E7-72DE87CBB0CB}"/>
              </a:ext>
            </a:extLst>
          </p:cNvPr>
          <p:cNvGrpSpPr/>
          <p:nvPr/>
        </p:nvGrpSpPr>
        <p:grpSpPr>
          <a:xfrm>
            <a:off x="0" y="3487420"/>
            <a:ext cx="12192000" cy="3384550"/>
            <a:chOff x="0" y="3487420"/>
            <a:chExt cx="12192000" cy="3384550"/>
          </a:xfrm>
        </p:grpSpPr>
        <p:pic>
          <p:nvPicPr>
            <p:cNvPr id="21" name="图片 20" descr="wq">
              <a:extLst>
                <a:ext uri="{FF2B5EF4-FFF2-40B4-BE49-F238E27FC236}">
                  <a16:creationId xmlns:a16="http://schemas.microsoft.com/office/drawing/2014/main" id="{7BAEEA02-6576-778E-9C1C-C180222C1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0085" y="5032375"/>
              <a:ext cx="8292465" cy="1839595"/>
            </a:xfrm>
            <a:prstGeom prst="rect">
              <a:avLst/>
            </a:prstGeom>
          </p:spPr>
        </p:pic>
        <p:pic>
          <p:nvPicPr>
            <p:cNvPr id="20" name="图片 19" descr="5d2d71d6e780f">
              <a:extLst>
                <a:ext uri="{FF2B5EF4-FFF2-40B4-BE49-F238E27FC236}">
                  <a16:creationId xmlns:a16="http://schemas.microsoft.com/office/drawing/2014/main" id="{E087C106-67F3-7AEF-9A97-0AA430376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487420"/>
              <a:ext cx="12192000" cy="3371850"/>
            </a:xfrm>
            <a:prstGeom prst="rect">
              <a:avLst/>
            </a:prstGeom>
          </p:spPr>
        </p:pic>
      </p:grpSp>
      <p:pic>
        <p:nvPicPr>
          <p:cNvPr id="10" name="图片 9" descr="二万人 (4)">
            <a:extLst>
              <a:ext uri="{FF2B5EF4-FFF2-40B4-BE49-F238E27FC236}">
                <a16:creationId xmlns:a16="http://schemas.microsoft.com/office/drawing/2014/main" id="{EB9922BD-E8FC-434F-E1CB-BD053CE4A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0" y="0"/>
            <a:ext cx="2501900" cy="3811270"/>
          </a:xfrm>
          <a:prstGeom prst="rect">
            <a:avLst/>
          </a:prstGeom>
        </p:spPr>
      </p:pic>
      <p:pic>
        <p:nvPicPr>
          <p:cNvPr id="11" name="图片 10" descr="而我却 (2)">
            <a:extLst>
              <a:ext uri="{FF2B5EF4-FFF2-40B4-BE49-F238E27FC236}">
                <a16:creationId xmlns:a16="http://schemas.microsoft.com/office/drawing/2014/main" id="{F1D28F0F-62F6-7469-1FAA-3606AC980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645" y="347345"/>
            <a:ext cx="650875" cy="57404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D17BE77-430F-9966-C5C4-3E6809B3E6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92" y="5547454"/>
            <a:ext cx="1111654" cy="12594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674F44-D671-4035-8405-5B59D9E421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040" b="89899" l="9864" r="89796">
                        <a14:foregroundMark x1="50680" y1="10859" x2="50680" y2="10859"/>
                        <a14:foregroundMark x1="65986" y1="4040" x2="65986" y2="40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05842" y="5547454"/>
            <a:ext cx="1001505" cy="13489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E481943-BD4E-D09B-7A95-E6958C60E965}"/>
              </a:ext>
            </a:extLst>
          </p:cNvPr>
          <p:cNvSpPr txBox="1"/>
          <p:nvPr/>
        </p:nvSpPr>
        <p:spPr>
          <a:xfrm>
            <a:off x="1250950" y="184242"/>
            <a:ext cx="4590092" cy="90024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defTabSz="685800"/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选</a:t>
            </a:r>
            <a:r>
              <a:rPr lang="en-US" altLang="zh-CN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A</a:t>
            </a:r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餐名单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4BB86D-2082-C8D9-CAB4-6FB3CA70A1EA}"/>
              </a:ext>
            </a:extLst>
          </p:cNvPr>
          <p:cNvSpPr/>
          <p:nvPr/>
        </p:nvSpPr>
        <p:spPr>
          <a:xfrm>
            <a:off x="9845184" y="120175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周二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4E1045F-2BCE-F170-AA84-160D171F6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123186"/>
              </p:ext>
            </p:extLst>
          </p:nvPr>
        </p:nvGraphicFramePr>
        <p:xfrm>
          <a:off x="1250950" y="1298460"/>
          <a:ext cx="10163895" cy="450659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51985">
                  <a:extLst>
                    <a:ext uri="{9D8B030D-6E8A-4147-A177-3AD203B41FA5}">
                      <a16:colId xmlns:a16="http://schemas.microsoft.com/office/drawing/2014/main" val="1205301403"/>
                    </a:ext>
                  </a:extLst>
                </a:gridCol>
                <a:gridCol w="1451985">
                  <a:extLst>
                    <a:ext uri="{9D8B030D-6E8A-4147-A177-3AD203B41FA5}">
                      <a16:colId xmlns:a16="http://schemas.microsoft.com/office/drawing/2014/main" val="1875229454"/>
                    </a:ext>
                  </a:extLst>
                </a:gridCol>
                <a:gridCol w="1451985">
                  <a:extLst>
                    <a:ext uri="{9D8B030D-6E8A-4147-A177-3AD203B41FA5}">
                      <a16:colId xmlns:a16="http://schemas.microsoft.com/office/drawing/2014/main" val="1716629814"/>
                    </a:ext>
                  </a:extLst>
                </a:gridCol>
                <a:gridCol w="1451985">
                  <a:extLst>
                    <a:ext uri="{9D8B030D-6E8A-4147-A177-3AD203B41FA5}">
                      <a16:colId xmlns:a16="http://schemas.microsoft.com/office/drawing/2014/main" val="1934439481"/>
                    </a:ext>
                  </a:extLst>
                </a:gridCol>
                <a:gridCol w="1451985">
                  <a:extLst>
                    <a:ext uri="{9D8B030D-6E8A-4147-A177-3AD203B41FA5}">
                      <a16:colId xmlns:a16="http://schemas.microsoft.com/office/drawing/2014/main" val="3665086614"/>
                    </a:ext>
                  </a:extLst>
                </a:gridCol>
                <a:gridCol w="1451985">
                  <a:extLst>
                    <a:ext uri="{9D8B030D-6E8A-4147-A177-3AD203B41FA5}">
                      <a16:colId xmlns:a16="http://schemas.microsoft.com/office/drawing/2014/main" val="4009077086"/>
                    </a:ext>
                  </a:extLst>
                </a:gridCol>
                <a:gridCol w="1451985">
                  <a:extLst>
                    <a:ext uri="{9D8B030D-6E8A-4147-A177-3AD203B41FA5}">
                      <a16:colId xmlns:a16="http://schemas.microsoft.com/office/drawing/2014/main" val="3415914673"/>
                    </a:ext>
                  </a:extLst>
                </a:gridCol>
              </a:tblGrid>
              <a:tr h="75109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391890121"/>
                  </a:ext>
                </a:extLst>
              </a:tr>
              <a:tr h="75109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002406419"/>
                  </a:ext>
                </a:extLst>
              </a:tr>
              <a:tr h="75109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4187753970"/>
                  </a:ext>
                </a:extLst>
              </a:tr>
              <a:tr h="75109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1672576259"/>
                  </a:ext>
                </a:extLst>
              </a:tr>
              <a:tr h="75109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3084867340"/>
                  </a:ext>
                </a:extLst>
              </a:tr>
              <a:tr h="75109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59560977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071CA318-5A63-4B15-28DF-E51DDA8D9100}"/>
              </a:ext>
            </a:extLst>
          </p:cNvPr>
          <p:cNvSpPr/>
          <p:nvPr/>
        </p:nvSpPr>
        <p:spPr>
          <a:xfrm>
            <a:off x="4258219" y="5864976"/>
            <a:ext cx="3940502" cy="923330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共计</a:t>
            </a:r>
            <a:r>
              <a:rPr lang="en-US" altLang="zh-CN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__x__</a:t>
            </a:r>
            <a:r>
              <a:rPr lang="zh-CN" alt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份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38B73C2E-3CD0-0B3A-F597-D96DD7A043C7}"/>
              </a:ext>
            </a:extLst>
          </p:cNvPr>
          <p:cNvSpPr/>
          <p:nvPr/>
        </p:nvSpPr>
        <p:spPr>
          <a:xfrm>
            <a:off x="5980459" y="120175"/>
            <a:ext cx="390555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月</a:t>
            </a:r>
            <a:r>
              <a:rPr lang="en-US" altLang="zh-C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day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日</a:t>
            </a:r>
          </a:p>
          <a:p>
            <a:pPr algn="ctr"/>
            <a:endParaRPr lang="zh-CN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932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8CF9-E76D-B528-2D6E-08F17C38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4BEE76-BB97-17F6-E010-207857226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4780"/>
            <a:ext cx="12192000" cy="6872605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CF3CC14B-02D0-8451-8BDF-67CF9FCA47FC}"/>
              </a:ext>
            </a:extLst>
          </p:cNvPr>
          <p:cNvGrpSpPr/>
          <p:nvPr/>
        </p:nvGrpSpPr>
        <p:grpSpPr>
          <a:xfrm>
            <a:off x="0" y="3487420"/>
            <a:ext cx="12192000" cy="3384550"/>
            <a:chOff x="0" y="3487420"/>
            <a:chExt cx="12192000" cy="3384550"/>
          </a:xfrm>
        </p:grpSpPr>
        <p:pic>
          <p:nvPicPr>
            <p:cNvPr id="21" name="图片 20" descr="wq">
              <a:extLst>
                <a:ext uri="{FF2B5EF4-FFF2-40B4-BE49-F238E27FC236}">
                  <a16:creationId xmlns:a16="http://schemas.microsoft.com/office/drawing/2014/main" id="{1CF2B129-A062-0B1E-EC5D-B96DDF3EA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50085" y="5032375"/>
              <a:ext cx="8292465" cy="1839595"/>
            </a:xfrm>
            <a:prstGeom prst="rect">
              <a:avLst/>
            </a:prstGeom>
          </p:spPr>
        </p:pic>
        <p:pic>
          <p:nvPicPr>
            <p:cNvPr id="20" name="图片 19" descr="5d2d71d6e780f">
              <a:extLst>
                <a:ext uri="{FF2B5EF4-FFF2-40B4-BE49-F238E27FC236}">
                  <a16:creationId xmlns:a16="http://schemas.microsoft.com/office/drawing/2014/main" id="{1169C3D3-FBD9-4182-54C8-63FBC5996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487420"/>
              <a:ext cx="12192000" cy="3371850"/>
            </a:xfrm>
            <a:prstGeom prst="rect">
              <a:avLst/>
            </a:prstGeom>
          </p:spPr>
        </p:pic>
      </p:grpSp>
      <p:pic>
        <p:nvPicPr>
          <p:cNvPr id="10" name="图片 9" descr="二万人 (4)">
            <a:extLst>
              <a:ext uri="{FF2B5EF4-FFF2-40B4-BE49-F238E27FC236}">
                <a16:creationId xmlns:a16="http://schemas.microsoft.com/office/drawing/2014/main" id="{ECA37E52-B2C7-1268-D5CE-BD74A064A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0" y="0"/>
            <a:ext cx="2501900" cy="3811270"/>
          </a:xfrm>
          <a:prstGeom prst="rect">
            <a:avLst/>
          </a:prstGeom>
        </p:spPr>
      </p:pic>
      <p:pic>
        <p:nvPicPr>
          <p:cNvPr id="11" name="图片 10" descr="而我却 (2)">
            <a:extLst>
              <a:ext uri="{FF2B5EF4-FFF2-40B4-BE49-F238E27FC236}">
                <a16:creationId xmlns:a16="http://schemas.microsoft.com/office/drawing/2014/main" id="{C91156F1-B406-3AA2-785F-7ECA967028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45" y="347345"/>
            <a:ext cx="650875" cy="57404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867AB50-0D44-B7BC-2636-B7BC4601C90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92" y="5547454"/>
            <a:ext cx="1111654" cy="12594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267DE8-7AD5-7BE7-71DD-0EF114C36D4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040" b="89899" l="9864" r="89796">
                        <a14:foregroundMark x1="50680" y1="10859" x2="50680" y2="10859"/>
                        <a14:foregroundMark x1="65986" y1="4040" x2="65986" y2="40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05842" y="5547454"/>
            <a:ext cx="1001505" cy="13489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9DE3E23-F268-3851-08C6-B9CA3F1461A2}"/>
              </a:ext>
            </a:extLst>
          </p:cNvPr>
          <p:cNvSpPr txBox="1"/>
          <p:nvPr/>
        </p:nvSpPr>
        <p:spPr>
          <a:xfrm>
            <a:off x="1250950" y="184242"/>
            <a:ext cx="4590092" cy="90024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defTabSz="685800"/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选</a:t>
            </a:r>
            <a:r>
              <a:rPr lang="en-US" altLang="zh-CN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A</a:t>
            </a:r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餐名单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801859-4AE1-28F8-7D9E-353D11F17B37}"/>
              </a:ext>
            </a:extLst>
          </p:cNvPr>
          <p:cNvSpPr txBox="1"/>
          <p:nvPr/>
        </p:nvSpPr>
        <p:spPr>
          <a:xfrm>
            <a:off x="5945269" y="3888425"/>
            <a:ext cx="4909185" cy="6015990"/>
          </a:xfrm>
          <a:prstGeom prst="rect">
            <a:avLst/>
          </a:prstGeom>
          <a:noFill/>
        </p:spPr>
        <p:txBody>
          <a:bodyPr wrap="square" lIns="68580" tIns="34290" rIns="68580" bIns="34290" rtlCol="0">
            <a:noAutofit/>
          </a:bodyPr>
          <a:lstStyle/>
          <a:p>
            <a:pPr algn="ctr" defTabSz="685800">
              <a:lnSpc>
                <a:spcPct val="150000"/>
              </a:lnSpc>
            </a:pPr>
            <a:endParaRPr lang="zh-CN" altLang="en-US" sz="2000" dirty="0">
              <a:solidFill>
                <a:srgbClr val="1E1C2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1B518D-C442-9DDB-FDD8-AC2F224E4606}"/>
              </a:ext>
            </a:extLst>
          </p:cNvPr>
          <p:cNvSpPr/>
          <p:nvPr/>
        </p:nvSpPr>
        <p:spPr>
          <a:xfrm>
            <a:off x="5980460" y="120175"/>
            <a:ext cx="39055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月</a:t>
            </a:r>
            <a:r>
              <a:rPr lang="en-US" altLang="zh-C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day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7BDD35-0787-8049-AFFA-F85A36392657}"/>
              </a:ext>
            </a:extLst>
          </p:cNvPr>
          <p:cNvSpPr/>
          <p:nvPr/>
        </p:nvSpPr>
        <p:spPr>
          <a:xfrm>
            <a:off x="9845184" y="120175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周三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8DD596-EB19-51A8-8B57-25C2D8157F5A}"/>
              </a:ext>
            </a:extLst>
          </p:cNvPr>
          <p:cNvSpPr/>
          <p:nvPr/>
        </p:nvSpPr>
        <p:spPr>
          <a:xfrm>
            <a:off x="4258220" y="5864976"/>
            <a:ext cx="3940502" cy="923330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共计</a:t>
            </a:r>
            <a:r>
              <a:rPr lang="en-US" altLang="zh-CN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__x__</a:t>
            </a:r>
            <a:r>
              <a:rPr lang="zh-CN" alt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份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C1F66565-C28C-F674-ABC5-108138991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124689"/>
              </p:ext>
            </p:extLst>
          </p:nvPr>
        </p:nvGraphicFramePr>
        <p:xfrm>
          <a:off x="1250950" y="1298459"/>
          <a:ext cx="10047429" cy="449555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35347">
                  <a:extLst>
                    <a:ext uri="{9D8B030D-6E8A-4147-A177-3AD203B41FA5}">
                      <a16:colId xmlns:a16="http://schemas.microsoft.com/office/drawing/2014/main" val="1205301403"/>
                    </a:ext>
                  </a:extLst>
                </a:gridCol>
                <a:gridCol w="1435347">
                  <a:extLst>
                    <a:ext uri="{9D8B030D-6E8A-4147-A177-3AD203B41FA5}">
                      <a16:colId xmlns:a16="http://schemas.microsoft.com/office/drawing/2014/main" val="1875229454"/>
                    </a:ext>
                  </a:extLst>
                </a:gridCol>
                <a:gridCol w="1435347">
                  <a:extLst>
                    <a:ext uri="{9D8B030D-6E8A-4147-A177-3AD203B41FA5}">
                      <a16:colId xmlns:a16="http://schemas.microsoft.com/office/drawing/2014/main" val="1716629814"/>
                    </a:ext>
                  </a:extLst>
                </a:gridCol>
                <a:gridCol w="1435347">
                  <a:extLst>
                    <a:ext uri="{9D8B030D-6E8A-4147-A177-3AD203B41FA5}">
                      <a16:colId xmlns:a16="http://schemas.microsoft.com/office/drawing/2014/main" val="1934439481"/>
                    </a:ext>
                  </a:extLst>
                </a:gridCol>
                <a:gridCol w="1435347">
                  <a:extLst>
                    <a:ext uri="{9D8B030D-6E8A-4147-A177-3AD203B41FA5}">
                      <a16:colId xmlns:a16="http://schemas.microsoft.com/office/drawing/2014/main" val="3665086614"/>
                    </a:ext>
                  </a:extLst>
                </a:gridCol>
                <a:gridCol w="1435347">
                  <a:extLst>
                    <a:ext uri="{9D8B030D-6E8A-4147-A177-3AD203B41FA5}">
                      <a16:colId xmlns:a16="http://schemas.microsoft.com/office/drawing/2014/main" val="4009077086"/>
                    </a:ext>
                  </a:extLst>
                </a:gridCol>
                <a:gridCol w="1435347">
                  <a:extLst>
                    <a:ext uri="{9D8B030D-6E8A-4147-A177-3AD203B41FA5}">
                      <a16:colId xmlns:a16="http://schemas.microsoft.com/office/drawing/2014/main" val="3415914673"/>
                    </a:ext>
                  </a:extLst>
                </a:gridCol>
              </a:tblGrid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391890121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002406419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741460642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4187753970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803378244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045243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2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AE8C-8EF3-AFB1-3B1F-81C1CD8D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21584C5-A51B-AAAC-0B57-C11EDE57B656}"/>
              </a:ext>
            </a:extLst>
          </p:cNvPr>
          <p:cNvGrpSpPr/>
          <p:nvPr/>
        </p:nvGrpSpPr>
        <p:grpSpPr>
          <a:xfrm>
            <a:off x="0" y="3487420"/>
            <a:ext cx="12192000" cy="3384550"/>
            <a:chOff x="0" y="3487420"/>
            <a:chExt cx="12192000" cy="3384550"/>
          </a:xfrm>
        </p:grpSpPr>
        <p:pic>
          <p:nvPicPr>
            <p:cNvPr id="21" name="图片 20" descr="wq">
              <a:extLst>
                <a:ext uri="{FF2B5EF4-FFF2-40B4-BE49-F238E27FC236}">
                  <a16:creationId xmlns:a16="http://schemas.microsoft.com/office/drawing/2014/main" id="{DC8073B1-6F6D-0991-78CD-8D0C84C16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0085" y="5032375"/>
              <a:ext cx="8292465" cy="1839595"/>
            </a:xfrm>
            <a:prstGeom prst="rect">
              <a:avLst/>
            </a:prstGeom>
          </p:spPr>
        </p:pic>
        <p:pic>
          <p:nvPicPr>
            <p:cNvPr id="20" name="图片 19" descr="5d2d71d6e780f">
              <a:extLst>
                <a:ext uri="{FF2B5EF4-FFF2-40B4-BE49-F238E27FC236}">
                  <a16:creationId xmlns:a16="http://schemas.microsoft.com/office/drawing/2014/main" id="{87AC410E-E156-CC73-DC3A-927CC76E0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487420"/>
              <a:ext cx="12192000" cy="3371850"/>
            </a:xfrm>
            <a:prstGeom prst="rect">
              <a:avLst/>
            </a:prstGeom>
          </p:spPr>
        </p:pic>
      </p:grpSp>
      <p:pic>
        <p:nvPicPr>
          <p:cNvPr id="10" name="图片 9" descr="二万人 (4)">
            <a:extLst>
              <a:ext uri="{FF2B5EF4-FFF2-40B4-BE49-F238E27FC236}">
                <a16:creationId xmlns:a16="http://schemas.microsoft.com/office/drawing/2014/main" id="{255F0039-E03A-55EC-94F9-FD5970CAC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0" y="0"/>
            <a:ext cx="2501900" cy="3811270"/>
          </a:xfrm>
          <a:prstGeom prst="rect">
            <a:avLst/>
          </a:prstGeom>
        </p:spPr>
      </p:pic>
      <p:pic>
        <p:nvPicPr>
          <p:cNvPr id="11" name="图片 10" descr="而我却 (2)">
            <a:extLst>
              <a:ext uri="{FF2B5EF4-FFF2-40B4-BE49-F238E27FC236}">
                <a16:creationId xmlns:a16="http://schemas.microsoft.com/office/drawing/2014/main" id="{C9673AD5-8B95-0411-101F-F109C8BE4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645" y="347345"/>
            <a:ext cx="650875" cy="57404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96104FA-55C0-BE49-55DB-EA7262BA00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92" y="5547454"/>
            <a:ext cx="1111654" cy="12594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30C5D1-AD72-C1FB-2917-7E68ECE711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040" b="89899" l="9864" r="89796">
                        <a14:foregroundMark x1="50680" y1="10859" x2="50680" y2="10859"/>
                        <a14:foregroundMark x1="65986" y1="4040" x2="65986" y2="40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05842" y="5547454"/>
            <a:ext cx="1001505" cy="13489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EAC48CD-AD4A-7EBF-F79B-8A9269895470}"/>
              </a:ext>
            </a:extLst>
          </p:cNvPr>
          <p:cNvSpPr txBox="1"/>
          <p:nvPr/>
        </p:nvSpPr>
        <p:spPr>
          <a:xfrm>
            <a:off x="1250950" y="184242"/>
            <a:ext cx="4590092" cy="90024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defTabSz="685800"/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选</a:t>
            </a:r>
            <a:r>
              <a:rPr lang="en-US" altLang="zh-CN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A</a:t>
            </a:r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餐名单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8C91EE-B352-F4D4-A3F0-43516D8D5227}"/>
              </a:ext>
            </a:extLst>
          </p:cNvPr>
          <p:cNvSpPr txBox="1"/>
          <p:nvPr/>
        </p:nvSpPr>
        <p:spPr>
          <a:xfrm>
            <a:off x="5945269" y="3888425"/>
            <a:ext cx="4909185" cy="6015990"/>
          </a:xfrm>
          <a:prstGeom prst="rect">
            <a:avLst/>
          </a:prstGeom>
          <a:noFill/>
        </p:spPr>
        <p:txBody>
          <a:bodyPr wrap="square" lIns="68580" tIns="34290" rIns="68580" bIns="34290" rtlCol="0">
            <a:noAutofit/>
          </a:bodyPr>
          <a:lstStyle/>
          <a:p>
            <a:pPr algn="ctr" defTabSz="685800">
              <a:lnSpc>
                <a:spcPct val="150000"/>
              </a:lnSpc>
            </a:pPr>
            <a:endParaRPr lang="zh-CN" altLang="en-US" sz="2000" dirty="0">
              <a:solidFill>
                <a:srgbClr val="1E1C2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266A6B-FE20-8127-1518-D76A172C5716}"/>
              </a:ext>
            </a:extLst>
          </p:cNvPr>
          <p:cNvSpPr/>
          <p:nvPr/>
        </p:nvSpPr>
        <p:spPr>
          <a:xfrm>
            <a:off x="9845183" y="120175"/>
            <a:ext cx="1569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周四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3A3712-1568-BEC5-2F4B-65ECBCB5FD12}"/>
              </a:ext>
            </a:extLst>
          </p:cNvPr>
          <p:cNvSpPr/>
          <p:nvPr/>
        </p:nvSpPr>
        <p:spPr>
          <a:xfrm>
            <a:off x="4258218" y="5864976"/>
            <a:ext cx="3940502" cy="923330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共计</a:t>
            </a:r>
            <a:r>
              <a:rPr lang="en-US" altLang="zh-CN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__x__</a:t>
            </a:r>
            <a:r>
              <a:rPr lang="zh-CN" alt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份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661302F1-68AE-3D48-3155-C8C7A5F3866F}"/>
              </a:ext>
            </a:extLst>
          </p:cNvPr>
          <p:cNvSpPr/>
          <p:nvPr/>
        </p:nvSpPr>
        <p:spPr>
          <a:xfrm>
            <a:off x="5980461" y="120175"/>
            <a:ext cx="39055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月</a:t>
            </a:r>
            <a:r>
              <a:rPr lang="en-US" altLang="zh-CN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day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日</a:t>
            </a:r>
          </a:p>
        </p:txBody>
      </p:sp>
      <p:graphicFrame>
        <p:nvGraphicFramePr>
          <p:cNvPr id="4" name="表格 12">
            <a:extLst>
              <a:ext uri="{FF2B5EF4-FFF2-40B4-BE49-F238E27FC236}">
                <a16:creationId xmlns:a16="http://schemas.microsoft.com/office/drawing/2014/main" id="{90D6749B-1D2D-861C-CA54-1AB3D26A7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175408"/>
              </p:ext>
            </p:extLst>
          </p:nvPr>
        </p:nvGraphicFramePr>
        <p:xfrm>
          <a:off x="1250951" y="1298459"/>
          <a:ext cx="9954889" cy="438883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127">
                  <a:extLst>
                    <a:ext uri="{9D8B030D-6E8A-4147-A177-3AD203B41FA5}">
                      <a16:colId xmlns:a16="http://schemas.microsoft.com/office/drawing/2014/main" val="1205301403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1875229454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1716629814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1934439481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3665086614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4009077086"/>
                    </a:ext>
                  </a:extLst>
                </a:gridCol>
                <a:gridCol w="1422127">
                  <a:extLst>
                    <a:ext uri="{9D8B030D-6E8A-4147-A177-3AD203B41FA5}">
                      <a16:colId xmlns:a16="http://schemas.microsoft.com/office/drawing/2014/main" val="3415914673"/>
                    </a:ext>
                  </a:extLst>
                </a:gridCol>
              </a:tblGrid>
              <a:tr h="73147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391890121"/>
                  </a:ext>
                </a:extLst>
              </a:tr>
              <a:tr h="73147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002406419"/>
                  </a:ext>
                </a:extLst>
              </a:tr>
              <a:tr h="73147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4187753970"/>
                  </a:ext>
                </a:extLst>
              </a:tr>
              <a:tr h="73147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13416443"/>
                  </a:ext>
                </a:extLst>
              </a:tr>
              <a:tr h="73147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803378244"/>
                  </a:ext>
                </a:extLst>
              </a:tr>
              <a:tr h="73147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4166159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11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C65DD-E250-AE95-1C6A-664CAE7E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16AF5C4-CEE8-D96E-9EF3-1F2FDEB7F9A4}"/>
              </a:ext>
            </a:extLst>
          </p:cNvPr>
          <p:cNvGrpSpPr/>
          <p:nvPr/>
        </p:nvGrpSpPr>
        <p:grpSpPr>
          <a:xfrm>
            <a:off x="0" y="3487420"/>
            <a:ext cx="12192000" cy="3384550"/>
            <a:chOff x="0" y="3487420"/>
            <a:chExt cx="12192000" cy="3384550"/>
          </a:xfrm>
        </p:grpSpPr>
        <p:pic>
          <p:nvPicPr>
            <p:cNvPr id="21" name="图片 20" descr="wq">
              <a:extLst>
                <a:ext uri="{FF2B5EF4-FFF2-40B4-BE49-F238E27FC236}">
                  <a16:creationId xmlns:a16="http://schemas.microsoft.com/office/drawing/2014/main" id="{3C54A368-987D-C2F0-F8E6-36856B534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0085" y="5032375"/>
              <a:ext cx="8292465" cy="1839595"/>
            </a:xfrm>
            <a:prstGeom prst="rect">
              <a:avLst/>
            </a:prstGeom>
          </p:spPr>
        </p:pic>
        <p:pic>
          <p:nvPicPr>
            <p:cNvPr id="20" name="图片 19" descr="5d2d71d6e780f">
              <a:extLst>
                <a:ext uri="{FF2B5EF4-FFF2-40B4-BE49-F238E27FC236}">
                  <a16:creationId xmlns:a16="http://schemas.microsoft.com/office/drawing/2014/main" id="{592F8EE3-BFC4-7854-5624-B77C82ECD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487420"/>
              <a:ext cx="12192000" cy="3371850"/>
            </a:xfrm>
            <a:prstGeom prst="rect">
              <a:avLst/>
            </a:prstGeom>
          </p:spPr>
        </p:pic>
      </p:grpSp>
      <p:pic>
        <p:nvPicPr>
          <p:cNvPr id="10" name="图片 9" descr="二万人 (4)">
            <a:extLst>
              <a:ext uri="{FF2B5EF4-FFF2-40B4-BE49-F238E27FC236}">
                <a16:creationId xmlns:a16="http://schemas.microsoft.com/office/drawing/2014/main" id="{A88B0D55-4C85-F60A-703A-C8FAAB964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0" y="0"/>
            <a:ext cx="2501900" cy="3811270"/>
          </a:xfrm>
          <a:prstGeom prst="rect">
            <a:avLst/>
          </a:prstGeom>
        </p:spPr>
      </p:pic>
      <p:pic>
        <p:nvPicPr>
          <p:cNvPr id="11" name="图片 10" descr="而我却 (2)">
            <a:extLst>
              <a:ext uri="{FF2B5EF4-FFF2-40B4-BE49-F238E27FC236}">
                <a16:creationId xmlns:a16="http://schemas.microsoft.com/office/drawing/2014/main" id="{C0A5BE16-E57F-3923-1632-3DB77AFA7E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645" y="347345"/>
            <a:ext cx="650875" cy="57404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C1B13A5-96BF-51D9-3982-D5162C9F9D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92" y="5547454"/>
            <a:ext cx="1111654" cy="12594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447CD15-DC36-C848-CECD-53968180F2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040" b="89899" l="9864" r="89796">
                        <a14:foregroundMark x1="50680" y1="10859" x2="50680" y2="10859"/>
                        <a14:foregroundMark x1="65986" y1="4040" x2="65986" y2="40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05842" y="5547454"/>
            <a:ext cx="1001505" cy="13489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085B43-99ED-868B-8E42-92D004DC52D2}"/>
              </a:ext>
            </a:extLst>
          </p:cNvPr>
          <p:cNvSpPr txBox="1"/>
          <p:nvPr/>
        </p:nvSpPr>
        <p:spPr>
          <a:xfrm>
            <a:off x="1250950" y="184242"/>
            <a:ext cx="4590092" cy="90024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defTabSz="685800"/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选</a:t>
            </a:r>
            <a:r>
              <a:rPr lang="en-US" altLang="zh-CN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A</a:t>
            </a:r>
            <a:r>
              <a:rPr lang="zh-CN" altLang="en-US" sz="5400" b="1" dirty="0">
                <a:gradFill>
                  <a:gsLst>
                    <a:gs pos="0">
                      <a:srgbClr val="1733A3"/>
                    </a:gs>
                    <a:gs pos="100000">
                      <a:srgbClr val="2E9ED7"/>
                    </a:gs>
                  </a:gsLst>
                  <a:lin ang="5400000" scaled="1"/>
                </a:gradFill>
                <a:latin typeface="印品溜溜圆（非商用）" panose="02000000000000000000" pitchFamily="2" charset="-122"/>
                <a:ea typeface="印品溜溜圆（非商用）" panose="02000000000000000000" pitchFamily="2" charset="-122"/>
              </a:rPr>
              <a:t>餐名单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49D8F3-1B6F-BA4D-DA1F-94C508122739}"/>
              </a:ext>
            </a:extLst>
          </p:cNvPr>
          <p:cNvSpPr txBox="1"/>
          <p:nvPr/>
        </p:nvSpPr>
        <p:spPr>
          <a:xfrm>
            <a:off x="5945269" y="3888425"/>
            <a:ext cx="4909185" cy="6015990"/>
          </a:xfrm>
          <a:prstGeom prst="rect">
            <a:avLst/>
          </a:prstGeom>
          <a:noFill/>
        </p:spPr>
        <p:txBody>
          <a:bodyPr wrap="square" lIns="68580" tIns="34290" rIns="68580" bIns="34290" rtlCol="0">
            <a:noAutofit/>
          </a:bodyPr>
          <a:lstStyle/>
          <a:p>
            <a:pPr algn="ctr" defTabSz="685800">
              <a:lnSpc>
                <a:spcPct val="150000"/>
              </a:lnSpc>
            </a:pPr>
            <a:endParaRPr lang="zh-CN" altLang="en-US" sz="2000" dirty="0">
              <a:solidFill>
                <a:srgbClr val="1E1C2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95A49D-BE9A-EBC8-65E3-C64476DE469C}"/>
              </a:ext>
            </a:extLst>
          </p:cNvPr>
          <p:cNvSpPr/>
          <p:nvPr/>
        </p:nvSpPr>
        <p:spPr>
          <a:xfrm>
            <a:off x="9845184" y="120175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周五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5CDD71-A11F-BDDA-7D75-0FB2CC78FCA6}"/>
              </a:ext>
            </a:extLst>
          </p:cNvPr>
          <p:cNvSpPr/>
          <p:nvPr/>
        </p:nvSpPr>
        <p:spPr>
          <a:xfrm>
            <a:off x="4258218" y="5864976"/>
            <a:ext cx="3940502" cy="923330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共计</a:t>
            </a:r>
            <a:r>
              <a:rPr lang="en-US" altLang="zh-CN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__x__</a:t>
            </a:r>
            <a:r>
              <a:rPr lang="zh-CN" alt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份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id="{C3F3E39C-687A-6612-D0B3-185483C3C90D}"/>
              </a:ext>
            </a:extLst>
          </p:cNvPr>
          <p:cNvSpPr/>
          <p:nvPr/>
        </p:nvSpPr>
        <p:spPr>
          <a:xfrm>
            <a:off x="5980460" y="120175"/>
            <a:ext cx="39055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mon</a:t>
            </a:r>
            <a:r>
              <a:rPr lang="zh-CN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月</a:t>
            </a:r>
            <a:r>
              <a:rPr lang="en-US" altLang="zh-CN"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day</a:t>
            </a:r>
            <a:r>
              <a:rPr lang="zh-CN" altLang="en-US"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日</a:t>
            </a:r>
            <a:endParaRPr lang="zh-CN" altLang="en-US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4" name="表格 12">
            <a:extLst>
              <a:ext uri="{FF2B5EF4-FFF2-40B4-BE49-F238E27FC236}">
                <a16:creationId xmlns:a16="http://schemas.microsoft.com/office/drawing/2014/main" id="{C6CBC078-5598-93AB-524F-07BBADF44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586344"/>
              </p:ext>
            </p:extLst>
          </p:nvPr>
        </p:nvGraphicFramePr>
        <p:xfrm>
          <a:off x="1250951" y="1298460"/>
          <a:ext cx="10019723" cy="449555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31389">
                  <a:extLst>
                    <a:ext uri="{9D8B030D-6E8A-4147-A177-3AD203B41FA5}">
                      <a16:colId xmlns:a16="http://schemas.microsoft.com/office/drawing/2014/main" val="1205301403"/>
                    </a:ext>
                  </a:extLst>
                </a:gridCol>
                <a:gridCol w="1431389">
                  <a:extLst>
                    <a:ext uri="{9D8B030D-6E8A-4147-A177-3AD203B41FA5}">
                      <a16:colId xmlns:a16="http://schemas.microsoft.com/office/drawing/2014/main" val="1875229454"/>
                    </a:ext>
                  </a:extLst>
                </a:gridCol>
                <a:gridCol w="1431389">
                  <a:extLst>
                    <a:ext uri="{9D8B030D-6E8A-4147-A177-3AD203B41FA5}">
                      <a16:colId xmlns:a16="http://schemas.microsoft.com/office/drawing/2014/main" val="1716629814"/>
                    </a:ext>
                  </a:extLst>
                </a:gridCol>
                <a:gridCol w="1431389">
                  <a:extLst>
                    <a:ext uri="{9D8B030D-6E8A-4147-A177-3AD203B41FA5}">
                      <a16:colId xmlns:a16="http://schemas.microsoft.com/office/drawing/2014/main" val="1934439481"/>
                    </a:ext>
                  </a:extLst>
                </a:gridCol>
                <a:gridCol w="1431389">
                  <a:extLst>
                    <a:ext uri="{9D8B030D-6E8A-4147-A177-3AD203B41FA5}">
                      <a16:colId xmlns:a16="http://schemas.microsoft.com/office/drawing/2014/main" val="3665086614"/>
                    </a:ext>
                  </a:extLst>
                </a:gridCol>
                <a:gridCol w="1431389">
                  <a:extLst>
                    <a:ext uri="{9D8B030D-6E8A-4147-A177-3AD203B41FA5}">
                      <a16:colId xmlns:a16="http://schemas.microsoft.com/office/drawing/2014/main" val="4009077086"/>
                    </a:ext>
                  </a:extLst>
                </a:gridCol>
                <a:gridCol w="1431389">
                  <a:extLst>
                    <a:ext uri="{9D8B030D-6E8A-4147-A177-3AD203B41FA5}">
                      <a16:colId xmlns:a16="http://schemas.microsoft.com/office/drawing/2014/main" val="3415914673"/>
                    </a:ext>
                  </a:extLst>
                </a:gridCol>
              </a:tblGrid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391890121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2002406419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4187753970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anchor="b"/>
                </a:tc>
                <a:extLst>
                  <a:ext uri="{0D108BD9-81ED-4DB2-BD59-A6C34878D82A}">
                    <a16:rowId xmlns:a16="http://schemas.microsoft.com/office/drawing/2014/main" val="803378244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1795277"/>
                  </a:ext>
                </a:extLst>
              </a:tr>
              <a:tr h="7492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zh-CN" alt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US" sz="3200" b="1" i="0" u="none" strike="noStrike" kern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263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15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字魂95号-手刻宋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字魂95号-手刻宋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235</Words>
  <Application>Microsoft Office PowerPoint</Application>
  <PresentationFormat>Widescreen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楷体</vt:lpstr>
      <vt:lpstr>微软雅黑</vt:lpstr>
      <vt:lpstr>宋体</vt:lpstr>
      <vt:lpstr>宋体</vt:lpstr>
      <vt:lpstr>印品溜溜圆（非商用）</vt:lpstr>
      <vt:lpstr>Arial</vt:lpstr>
      <vt:lpstr>Calibri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Lynn Zhang</cp:lastModifiedBy>
  <cp:revision>36</cp:revision>
  <dcterms:created xsi:type="dcterms:W3CDTF">2022-01-19T12:00:00Z</dcterms:created>
  <dcterms:modified xsi:type="dcterms:W3CDTF">2025-09-17T05:24:36Z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6797F5C6AB844F0C9A421F1027037151</vt:lpwstr>
  </property>
  <property fmtid="{D5CDD505-2E9C-101B-9397-08002B2CF9AE}" pid="3" name="KSOProductBuildVer">
    <vt:lpwstr>2052-11.1.0.11294</vt:lpwstr>
  </property>
</Properties>
</file>